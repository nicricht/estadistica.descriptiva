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742432"/>
            <a:ext cx="10899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50" b="1">
                <a:solidFill>
                  <a:srgbClr val="596C82"/>
                </a:solidFill>
                <a:latin typeface="Noto Sans"/>
              </a:rPr>
              <a:t>Control de calidad: 0 duplicados completos · nulos solo en acreditación · 26 registros con arancel $0 excluidos del análisis de precios.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Distribución por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Mostramos el total y algunas diferencias dentro de familias vinculadas al análisis regional.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54,3%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FEMENINO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77596"/>
                </a:solidFill>
                <a:latin typeface="Noto Sans"/>
              </a:rPr>
              <a:t>45,7%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MASCULINO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481328"/>
            <a:ext cx="5029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Participación femenina dentro de familias seleccionadas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9659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19933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1993392"/>
            <a:ext cx="337555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24159" y="19933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0735" y="20116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0116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17.2%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6517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Digital y 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3608" y="26791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93608" y="2679192"/>
            <a:ext cx="226085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59" y="26791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0735" y="26974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11.5%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26974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3375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33649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93608" y="3364992"/>
            <a:ext cx="113829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424159" y="33649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0735" y="33832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3832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5.8%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246120"/>
            <a:ext cx="4818888" cy="14630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3246120"/>
            <a:ext cx="32004" cy="14630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355848"/>
            <a:ext cx="4407407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 DESCRIPTIVA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593591"/>
            <a:ext cx="4407407" cy="10424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el total hay más mujeres que hombres. Sin embargo, algunas familias tecnológicas presentan una participación femenina mucho menor.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4343400"/>
            <a:ext cx="4846320" cy="109728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4343400"/>
            <a:ext cx="32004" cy="109728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453128"/>
            <a:ext cx="44348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 LA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4434840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Podemos describir la diferencia. La base no permite afirmar por qué ocurre ni atribuirla a la estructura productiva.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Edad promedio según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institutos profesionales y CFT presentan edades medias mayores que las universidades.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0881360" cy="28346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739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CRUCH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801368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28416" y="1801368"/>
            <a:ext cx="489935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9528" y="18013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3" y="18196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22.8 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18196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22.8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91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Privadas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8416" y="2386584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2386584"/>
            <a:ext cx="5157216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39528" y="23865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76103" y="24048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24.0 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6" y="24048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24.0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443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Centros de Formación Técnica (CFT)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8416" y="2971800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28416" y="2971800"/>
            <a:ext cx="55225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39528" y="29718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3" y="299008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25.7 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99008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25.7 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Institutos Profesionales (IP)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416" y="3557015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8416" y="3557015"/>
            <a:ext cx="5694426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39528" y="3557015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3" y="3575303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26.5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3575303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26.5 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99432"/>
            <a:ext cx="10881360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599432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709160"/>
            <a:ext cx="104698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ANÁLISIS DEMOGRÁFICO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edad promedio aumenta desde las universidades CRUCH hacia CFT e IP. Esto describe una diferencia entre tipos de institución; no identifica su causa.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Sí. Derecho, Ciencias Básicas y Agropecuaria presentan medianas por encima de la mediana global. Usamos mediana porque los valores extremos la afectan menos.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pauta pide diseñar un criterio reproducible; usamos el percentil 90 (P90), trabajado en el Laboratorio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956048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956048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06577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303520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altas se concentran en determinados tipos de institución, áreas y territorio, y tienen mayor duración mediana. La base no demuestra que estas variables causen el precio.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Cierre · Acero + Algoritmo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presentación termina donde comienza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0552176" cy="2788920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01952"/>
            <a:ext cx="99120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50" b="1">
                <a:solidFill>
                  <a:srgbClr val="00AD9F"/>
                </a:solidFill>
                <a:latin typeface="Noto Sans"/>
              </a:rPr>
              <a:t>PREGUNTA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468880"/>
            <a:ext cx="9674352" cy="10607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0AD9F"/>
                </a:solidFill>
                <a:latin typeface="Noto Sans"/>
              </a:rPr>
              <a:t>2021
Línea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77596"/>
                </a:solidFill>
                <a:latin typeface="Noto Sans"/>
              </a:rPr>
              <a:t>Datos
descriptivos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59753"/>
                </a:solidFill>
                <a:latin typeface="Noto Sans"/>
              </a:rPr>
              <a:t>Acero +
Algoritmo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3AA484"/>
                </a:solidFill>
                <a:latin typeface="Noto Sans"/>
              </a:rPr>
              <a:t>Investigación
futura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016752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50" b="1">
                <a:solidFill>
                  <a:srgbClr val="596C82"/>
                </a:solidFill>
                <a:latin typeface="Noto Sans"/>
              </a:rPr>
              <a:t>Mensaje final: transformar no significa reemplazar la identidad industrial, sino incorporar más capacidades digitales, automatización, datos e innovación.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Carga, revisión y preparación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cumsum()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 y subplots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Distribuciones y comparación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necesitábamos un umbral reproducible y P90 usa percentiles trabajados en el Laboratorio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Conceptos clave para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No memorices definiciones largas: entiende qué mide cada concepto y dónde lo usamos.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1792224"/>
            <a:ext cx="196596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Frecuencia relativa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hi = fi / N ×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Porcentaje que representa una categoría respecto del total.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37376" y="1792224"/>
            <a:ext cx="196596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Mediana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valor central ordenado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Representa el centro y es menos sensible a valores extremos.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" y="3803904"/>
            <a:ext cx="196596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Percentil 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quantile(0.90)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Deja aproximadamente 90% de los datos en o bajo ese valor.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3803904"/>
            <a:ext cx="196596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Mide cuánto se alejan los valores respecto de la media.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59552"/>
            <a:ext cx="10497312" cy="676656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59552"/>
            <a:ext cx="32004" cy="676656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669280"/>
            <a:ext cx="10085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5907024"/>
            <a:ext cx="10085832" cy="2560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Resultado observado ≠ causa demostrada. En la defensa, usa “se observa”, “se asocia” o “la base muestra”.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